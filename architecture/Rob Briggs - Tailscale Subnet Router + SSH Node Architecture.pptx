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44">
          <p15:clr>
            <a:srgbClr val="A4A3A4"/>
          </p15:clr>
        </p15:guide>
        <p15:guide id="2" pos="1872">
          <p15:clr>
            <a:srgbClr val="A4A3A4"/>
          </p15:clr>
        </p15:guide>
        <p15:guide id="3" pos="4176">
          <p15:clr>
            <a:srgbClr val="A4A3A4"/>
          </p15:clr>
        </p15:guide>
        <p15:guide id="4" pos="5496">
          <p15:clr>
            <a:srgbClr val="A4A3A4"/>
          </p15:clr>
        </p15:guide>
        <p15:guide id="5" orient="horz" pos="1224">
          <p15:clr>
            <a:srgbClr val="A4A3A4"/>
          </p15:clr>
        </p15:guide>
        <p15:guide id="6" orient="horz" pos="3624">
          <p15:clr>
            <a:srgbClr val="A4A3A4"/>
          </p15:clr>
        </p15:guide>
        <p15:guide id="7" orient="horz" pos="204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GoZR1nfGNuJtbZHZjhQ29NpM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44" orient="horz"/>
        <p:guide pos="1872"/>
        <p:guide pos="4176"/>
        <p:guide pos="5496"/>
        <p:guide pos="1224" orient="horz"/>
        <p:guide pos="3624" orient="horz"/>
        <p:guide pos="20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6"/>
          <p:cNvSpPr txBox="1"/>
          <p:nvPr>
            <p:ph idx="11" type="ftr"/>
          </p:nvPr>
        </p:nvSpPr>
        <p:spPr>
          <a:xfrm>
            <a:off x="996462" y="6289500"/>
            <a:ext cx="37439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6"/>
          <p:cNvSpPr txBox="1"/>
          <p:nvPr>
            <p:ph type="ctrTitle"/>
          </p:nvPr>
        </p:nvSpPr>
        <p:spPr>
          <a:xfrm>
            <a:off x="336720" y="3076506"/>
            <a:ext cx="9131476" cy="8402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6"/>
          <p:cNvSpPr txBox="1"/>
          <p:nvPr>
            <p:ph idx="1" type="subTitle"/>
          </p:nvPr>
        </p:nvSpPr>
        <p:spPr>
          <a:xfrm>
            <a:off x="336719" y="3940166"/>
            <a:ext cx="91314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9" name="Google Shape;19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02" y="586154"/>
            <a:ext cx="640514" cy="38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4464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1272">
          <p15:clr>
            <a:srgbClr val="FBAE40"/>
          </p15:clr>
        </p15:guide>
        <p15:guide id="4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's New">
  <p:cSld name="What's New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7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7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57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7"/>
          <p:cNvSpPr txBox="1"/>
          <p:nvPr>
            <p:ph idx="1" type="body"/>
          </p:nvPr>
        </p:nvSpPr>
        <p:spPr>
          <a:xfrm>
            <a:off x="240584" y="1149350"/>
            <a:ext cx="11710116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7"/>
          <p:cNvSpPr txBox="1"/>
          <p:nvPr>
            <p:ph idx="2" type="body"/>
          </p:nvPr>
        </p:nvSpPr>
        <p:spPr>
          <a:xfrm>
            <a:off x="241300" y="2273300"/>
            <a:ext cx="3602038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7"/>
          <p:cNvSpPr txBox="1"/>
          <p:nvPr>
            <p:ph idx="3" type="body"/>
          </p:nvPr>
        </p:nvSpPr>
        <p:spPr>
          <a:xfrm>
            <a:off x="4294188" y="2273300"/>
            <a:ext cx="3603625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57"/>
          <p:cNvSpPr txBox="1"/>
          <p:nvPr>
            <p:ph idx="4" type="body"/>
          </p:nvPr>
        </p:nvSpPr>
        <p:spPr>
          <a:xfrm>
            <a:off x="8326438" y="2273300"/>
            <a:ext cx="3602037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/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8"/>
          <p:cNvSpPr txBox="1"/>
          <p:nvPr>
            <p:ph idx="1" type="body"/>
          </p:nvPr>
        </p:nvSpPr>
        <p:spPr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8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8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9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9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59"/>
          <p:cNvSpPr txBox="1"/>
          <p:nvPr>
            <p:ph type="ctrTitle"/>
          </p:nvPr>
        </p:nvSpPr>
        <p:spPr>
          <a:xfrm>
            <a:off x="336720" y="3050435"/>
            <a:ext cx="6733877" cy="8402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9"/>
          <p:cNvSpPr txBox="1"/>
          <p:nvPr>
            <p:ph idx="1" type="subTitle"/>
          </p:nvPr>
        </p:nvSpPr>
        <p:spPr>
          <a:xfrm>
            <a:off x="336720" y="3914095"/>
            <a:ext cx="67338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4464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1272">
          <p15:clr>
            <a:srgbClr val="FBAE40"/>
          </p15:clr>
        </p15:guide>
        <p15:guide id="4" orient="horz" pos="17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-col-text">
  <p:cSld name="Two-col-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0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0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160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0"/>
          <p:cNvSpPr txBox="1"/>
          <p:nvPr>
            <p:ph idx="1" type="body"/>
          </p:nvPr>
        </p:nvSpPr>
        <p:spPr>
          <a:xfrm>
            <a:off x="241300" y="1176338"/>
            <a:ext cx="5668963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0"/>
          <p:cNvSpPr txBox="1"/>
          <p:nvPr>
            <p:ph idx="2" type="body"/>
          </p:nvPr>
        </p:nvSpPr>
        <p:spPr>
          <a:xfrm>
            <a:off x="6281738" y="1176338"/>
            <a:ext cx="5668962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three-col-text">
  <p:cSld name="Title-three-col-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1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1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61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1"/>
          <p:cNvSpPr txBox="1"/>
          <p:nvPr>
            <p:ph idx="1" type="body"/>
          </p:nvPr>
        </p:nvSpPr>
        <p:spPr>
          <a:xfrm>
            <a:off x="241300" y="1176338"/>
            <a:ext cx="3602038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1"/>
          <p:cNvSpPr txBox="1"/>
          <p:nvPr>
            <p:ph idx="2" type="body"/>
          </p:nvPr>
        </p:nvSpPr>
        <p:spPr>
          <a:xfrm>
            <a:off x="4294188" y="1176338"/>
            <a:ext cx="3603625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61"/>
          <p:cNvSpPr txBox="1"/>
          <p:nvPr>
            <p:ph idx="3" type="body"/>
          </p:nvPr>
        </p:nvSpPr>
        <p:spPr>
          <a:xfrm>
            <a:off x="8326438" y="1176338"/>
            <a:ext cx="3602037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only">
  <p:cSld name="Title-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2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2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62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-text">
  <p:cSld name="One-col-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3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3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63"/>
          <p:cNvSpPr txBox="1"/>
          <p:nvPr>
            <p:ph type="title"/>
          </p:nvPr>
        </p:nvSpPr>
        <p:spPr>
          <a:xfrm>
            <a:off x="240941" y="365126"/>
            <a:ext cx="11710118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3"/>
          <p:cNvSpPr txBox="1"/>
          <p:nvPr>
            <p:ph idx="1" type="body"/>
          </p:nvPr>
        </p:nvSpPr>
        <p:spPr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ub-three-col-text">
  <p:cSld name="Title-sub-three-col-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4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4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64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4"/>
          <p:cNvSpPr txBox="1"/>
          <p:nvPr>
            <p:ph idx="1" type="body"/>
          </p:nvPr>
        </p:nvSpPr>
        <p:spPr>
          <a:xfrm>
            <a:off x="240584" y="1149350"/>
            <a:ext cx="11710116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64"/>
          <p:cNvSpPr txBox="1"/>
          <p:nvPr>
            <p:ph idx="2" type="body"/>
          </p:nvPr>
        </p:nvSpPr>
        <p:spPr>
          <a:xfrm>
            <a:off x="241300" y="2273300"/>
            <a:ext cx="3602038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64"/>
          <p:cNvSpPr txBox="1"/>
          <p:nvPr>
            <p:ph idx="3" type="body"/>
          </p:nvPr>
        </p:nvSpPr>
        <p:spPr>
          <a:xfrm>
            <a:off x="4294188" y="2273300"/>
            <a:ext cx="3603625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64"/>
          <p:cNvSpPr txBox="1"/>
          <p:nvPr>
            <p:ph idx="4" type="body"/>
          </p:nvPr>
        </p:nvSpPr>
        <p:spPr>
          <a:xfrm>
            <a:off x="8326438" y="2273300"/>
            <a:ext cx="3602037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Squid-Ink">
  <p:cSld name="Category_AWS-Squid-I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quid slide border color." id="69" name="Google Shape;69;p165"/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cap="flat" cmpd="sng" w="177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5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5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65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-only_AWS-Squid-Ink">
  <p:cSld name="Text-only_AWS-Squid-I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quid slide border color." id="74" name="Google Shape;74;p166"/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cap="flat" cmpd="sng" w="177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6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6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66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Squid-Ink">
  <p:cSld name="Icons_AWS-Squid-I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67"/>
          <p:cNvGrpSpPr/>
          <p:nvPr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80" name="Google Shape;80;p167"/>
            <p:cNvSpPr/>
            <p:nvPr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67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General Services</a:t>
              </a:r>
              <a:endParaRPr/>
            </a:p>
          </p:txBody>
        </p:sp>
        <p:sp>
          <p:nvSpPr>
            <p:cNvPr id="82" name="Google Shape;82;p167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83" name="Google Shape;83;p167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Squid slide border color." id="84" name="Google Shape;84;p167"/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cap="flat" cmpd="sng" w="177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7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7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67"/>
          <p:cNvSpPr txBox="1"/>
          <p:nvPr>
            <p:ph type="title"/>
          </p:nvPr>
        </p:nvSpPr>
        <p:spPr>
          <a:xfrm>
            <a:off x="240941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Galaxy-500">
  <p:cSld name="Category_AWS-Galaxy-500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alaxy slide border color." id="89" name="Google Shape;89;p168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8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8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68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Galaxy-500">
  <p:cSld name="Icons_AWS-Galaxy-500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69"/>
          <p:cNvGrpSpPr/>
          <p:nvPr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95" name="Google Shape;95;p169"/>
            <p:cNvSpPr/>
            <p:nvPr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69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97" name="Google Shape;97;p169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98" name="Google Shape;98;p169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Galaxy slide border color." id="99" name="Google Shape;99;p169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9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9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69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Cosmos-500">
  <p:cSld name="Category_AWS-Cosmos-500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osmos slide border color." id="104" name="Google Shape;104;p170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E7157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0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0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70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Cosmos-500">
  <p:cSld name="Icons_AWS-Cosmos-500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71"/>
          <p:cNvGrpSpPr/>
          <p:nvPr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110" name="Google Shape;110;p171"/>
            <p:cNvSpPr/>
            <p:nvPr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71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12" name="Google Shape;112;p171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13" name="Google Shape;113;p171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Cosmos slide border color." id="114" name="Google Shape;114;p17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E7157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1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1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71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Orbit-500">
  <p:cSld name="Category_AWS-Orbit-500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Orbit slide border color." id="119" name="Google Shape;119;p172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01A8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2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2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72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Orbit-500">
  <p:cSld name="Icons_AWS-Orbit-500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3"/>
          <p:cNvGrpSpPr/>
          <p:nvPr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125" name="Google Shape;125;p173"/>
            <p:cNvSpPr/>
            <p:nvPr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73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27" name="Google Shape;127;p173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28" name="Google Shape;128;p173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Orbit slide border color." id="129" name="Google Shape;129;p173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01A8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3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3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73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Smile-500">
  <p:cSld name="Category_AWS-Smile-500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mile slide border color." id="134" name="Google Shape;134;p174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ED7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4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4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74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Smile-500">
  <p:cSld name="Icons_AWS-Smile-500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75"/>
          <p:cNvGrpSpPr/>
          <p:nvPr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140" name="Google Shape;140;p175"/>
            <p:cNvSpPr/>
            <p:nvPr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75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42" name="Google Shape;142;p175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43" name="Google Shape;143;p175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Smile slide border color." id="144" name="Google Shape;144;p175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ED7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5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75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75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Mars-500">
  <p:cSld name="Category_AWS-Mars-500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rs slide border color." id="149" name="Google Shape;149;p176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DD34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6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76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6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Mars-500">
  <p:cSld name="Icons_AWS-Mars-500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77"/>
          <p:cNvGrpSpPr/>
          <p:nvPr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155" name="Google Shape;155;p177"/>
            <p:cNvSpPr/>
            <p:nvPr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77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57" name="Google Shape;157;p177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58" name="Google Shape;158;p177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Mars slide border color." id="159" name="Google Shape;159;p177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DD34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7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77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77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Endor-500">
  <p:cSld name="Category_AWS-Endor-500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ndor slide border color." id="164" name="Google Shape;164;p178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8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78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78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Endor-500">
  <p:cSld name="Icons_AWS-Endor-50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79"/>
          <p:cNvGrpSpPr/>
          <p:nvPr/>
        </p:nvGrpSpPr>
        <p:grpSpPr>
          <a:xfrm>
            <a:off x="0" y="1009650"/>
            <a:ext cx="12191999" cy="4913313"/>
            <a:chOff x="0" y="1009650"/>
            <a:chExt cx="12191999" cy="4913313"/>
          </a:xfrm>
        </p:grpSpPr>
        <p:sp>
          <p:nvSpPr>
            <p:cNvPr id="170" name="Google Shape;170;p179"/>
            <p:cNvSpPr/>
            <p:nvPr/>
          </p:nvSpPr>
          <p:spPr>
            <a:xfrm>
              <a:off x="0" y="1009650"/>
              <a:ext cx="12191999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79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72" name="Google Shape;172;p179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73" name="Google Shape;173;p179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Endor slide border color." id="174" name="Google Shape;174;p179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9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79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79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_Instances_AWS-Smile-500">
  <p:cSld name="Res_Instances_AWS-Smile-500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0"/>
          <p:cNvGrpSpPr/>
          <p:nvPr/>
        </p:nvGrpSpPr>
        <p:grpSpPr>
          <a:xfrm>
            <a:off x="0" y="1009650"/>
            <a:ext cx="12191999" cy="4913313"/>
            <a:chOff x="0" y="1009650"/>
            <a:chExt cx="12191999" cy="4913313"/>
          </a:xfrm>
        </p:grpSpPr>
        <p:sp>
          <p:nvSpPr>
            <p:cNvPr id="180" name="Google Shape;180;p180"/>
            <p:cNvSpPr/>
            <p:nvPr/>
          </p:nvSpPr>
          <p:spPr>
            <a:xfrm>
              <a:off x="0" y="1009650"/>
              <a:ext cx="12191999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80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82" name="Google Shape;182;p180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83" name="Google Shape;183;p180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4" name="Google Shape;184;p180"/>
            <p:cNvSpPr txBox="1"/>
            <p:nvPr/>
          </p:nvSpPr>
          <p:spPr>
            <a:xfrm>
              <a:off x="241300" y="4049487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Instances</a:t>
              </a:r>
              <a:endParaRPr/>
            </a:p>
          </p:txBody>
        </p:sp>
      </p:grpSp>
      <p:sp>
        <p:nvSpPr>
          <p:cNvPr descr="Smile slide border color." id="185" name="Google Shape;185;p180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ED7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0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0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80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egory_AWS-Nebula-500">
  <p:cSld name="Category_AWS-Nebula-500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urple slide border color. " id="190" name="Google Shape;190;p18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C925D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1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81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81"/>
          <p:cNvSpPr txBox="1"/>
          <p:nvPr>
            <p:ph type="ctrTitle"/>
          </p:nvPr>
        </p:nvSpPr>
        <p:spPr>
          <a:xfrm>
            <a:off x="291226" y="2069559"/>
            <a:ext cx="8195549" cy="2251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_AWS-Nebula-500">
  <p:cSld name="Icons_AWS-Nebula-500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82"/>
          <p:cNvGrpSpPr/>
          <p:nvPr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196" name="Google Shape;196;p182"/>
            <p:cNvSpPr/>
            <p:nvPr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82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198" name="Google Shape;198;p182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199" name="Google Shape;199;p182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Purple slide border color. " id="200" name="Google Shape;200;p182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C925D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2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2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82"/>
          <p:cNvSpPr txBox="1"/>
          <p:nvPr>
            <p:ph type="title"/>
          </p:nvPr>
        </p:nvSpPr>
        <p:spPr>
          <a:xfrm>
            <a:off x="240940" y="365126"/>
            <a:ext cx="1161434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-Icons_AWS-Nebula-500">
  <p:cSld name="Resource-Icons_AWS-Nebula-500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83"/>
          <p:cNvGrpSpPr/>
          <p:nvPr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206" name="Google Shape;206;p183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  <p:cxnSp>
          <p:nvCxnSpPr>
            <p:cNvPr id="207" name="Google Shape;207;p183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Purple slide border color. " id="208" name="Google Shape;208;p183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C925D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3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83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83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oT-Resources_AWS-Endor-500">
  <p:cSld name="IoT-Resources_AWS-Endor-500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84"/>
          <p:cNvGrpSpPr/>
          <p:nvPr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214" name="Google Shape;214;p184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IoT Resources</a:t>
              </a:r>
              <a:endParaRPr/>
            </a:p>
          </p:txBody>
        </p:sp>
        <p:cxnSp>
          <p:nvCxnSpPr>
            <p:cNvPr id="215" name="Google Shape;215;p184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Endor slide border color." id="216" name="Google Shape;216;p184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4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84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84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oT-Things_AWS-Endor-500">
  <p:cSld name="IoT-Things_AWS-Endor-500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85"/>
          <p:cNvGrpSpPr/>
          <p:nvPr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222" name="Google Shape;222;p185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IoT Things</a:t>
              </a:r>
              <a:endParaRPr/>
            </a:p>
          </p:txBody>
        </p:sp>
        <p:cxnSp>
          <p:nvCxnSpPr>
            <p:cNvPr id="223" name="Google Shape;223;p185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Endor slide border color." id="224" name="Google Shape;224;p185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5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5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185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-only_AWS-Galaxy-500">
  <p:cSld name="Text-only_AWS-Galaxy-500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alaxy slide border color." id="229" name="Google Shape;229;p186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6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86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Violet border." id="232" name="Google Shape;232;p186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age-Classes_AWS-Endor-500">
  <p:cSld name="Storage-Classes_AWS-Endor-500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87"/>
          <p:cNvGrpSpPr/>
          <p:nvPr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235" name="Google Shape;235;p187"/>
            <p:cNvSpPr/>
            <p:nvPr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87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237" name="Google Shape;237;p187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Storage Classes</a:t>
              </a:r>
              <a:endParaRPr/>
            </a:p>
          </p:txBody>
        </p:sp>
        <p:cxnSp>
          <p:nvCxnSpPr>
            <p:cNvPr id="238" name="Google Shape;238;p187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descr="Endor slide border color." id="239" name="Google Shape;239;p187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7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87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87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ub-two-col-text">
  <p:cSld name="Title-sub-two-col-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8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88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88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88"/>
          <p:cNvSpPr txBox="1"/>
          <p:nvPr>
            <p:ph idx="1" type="body"/>
          </p:nvPr>
        </p:nvSpPr>
        <p:spPr>
          <a:xfrm>
            <a:off x="241300" y="1149350"/>
            <a:ext cx="11709400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188"/>
          <p:cNvSpPr txBox="1"/>
          <p:nvPr>
            <p:ph idx="2" type="body"/>
          </p:nvPr>
        </p:nvSpPr>
        <p:spPr>
          <a:xfrm>
            <a:off x="241300" y="2273300"/>
            <a:ext cx="5668963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188"/>
          <p:cNvSpPr txBox="1"/>
          <p:nvPr>
            <p:ph idx="3" type="body"/>
          </p:nvPr>
        </p:nvSpPr>
        <p:spPr>
          <a:xfrm>
            <a:off x="6281738" y="2273300"/>
            <a:ext cx="5668962" cy="35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9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89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orage-Classes_AWS-Endor-500">
  <p:cSld name="1_Storage-Classes_AWS-Endor-500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90"/>
          <p:cNvGrpSpPr/>
          <p:nvPr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255" name="Google Shape;255;p190"/>
            <p:cNvSpPr/>
            <p:nvPr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90"/>
            <p:cNvSpPr txBox="1"/>
            <p:nvPr/>
          </p:nvSpPr>
          <p:spPr>
            <a:xfrm>
              <a:off x="241300" y="1465263"/>
              <a:ext cx="1905000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Service Icons</a:t>
              </a:r>
              <a:endParaRPr/>
            </a:p>
          </p:txBody>
        </p:sp>
        <p:sp>
          <p:nvSpPr>
            <p:cNvPr id="257" name="Google Shape;257;p190"/>
            <p:cNvSpPr txBox="1"/>
            <p:nvPr/>
          </p:nvSpPr>
          <p:spPr>
            <a:xfrm>
              <a:off x="241300" y="28448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Storage Classes</a:t>
              </a:r>
              <a:endParaRPr/>
            </a:p>
          </p:txBody>
        </p:sp>
        <p:cxnSp>
          <p:nvCxnSpPr>
            <p:cNvPr id="258" name="Google Shape;258;p190"/>
            <p:cNvCxnSpPr/>
            <p:nvPr/>
          </p:nvCxnSpPr>
          <p:spPr>
            <a:xfrm>
              <a:off x="2225675" y="1009650"/>
              <a:ext cx="0" cy="4913313"/>
            </a:xfrm>
            <a:prstGeom prst="straightConnector1">
              <a:avLst/>
            </a:prstGeom>
            <a:noFill/>
            <a:ln cap="flat" cmpd="sng" w="12700">
              <a:solidFill>
                <a:srgbClr val="D5DB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9" name="Google Shape;259;p190"/>
            <p:cNvSpPr txBox="1"/>
            <p:nvPr/>
          </p:nvSpPr>
          <p:spPr>
            <a:xfrm>
              <a:off x="241300" y="4419600"/>
              <a:ext cx="1905000" cy="642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None/>
              </a:pPr>
              <a:r>
                <a:rPr b="1" i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Resource Icons</a:t>
              </a:r>
              <a:endParaRPr/>
            </a:p>
          </p:txBody>
        </p:sp>
      </p:grpSp>
      <p:sp>
        <p:nvSpPr>
          <p:cNvPr descr="Endor slide border color." id="260" name="Google Shape;260;p190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cap="flat" cmpd="sng" w="177800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0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90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190"/>
          <p:cNvSpPr txBox="1"/>
          <p:nvPr>
            <p:ph type="title"/>
          </p:nvPr>
        </p:nvSpPr>
        <p:spPr>
          <a:xfrm>
            <a:off x="240940" y="365126"/>
            <a:ext cx="11614339" cy="644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solidFill>
          <a:schemeClr val="dk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1"/>
          <p:cNvSpPr txBox="1"/>
          <p:nvPr>
            <p:ph type="title"/>
          </p:nvPr>
        </p:nvSpPr>
        <p:spPr>
          <a:xfrm>
            <a:off x="365760" y="301751"/>
            <a:ext cx="6613109" cy="623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1"/>
          <p:cNvSpPr/>
          <p:nvPr/>
        </p:nvSpPr>
        <p:spPr>
          <a:xfrm>
            <a:off x="7348648" y="978647"/>
            <a:ext cx="4360244" cy="4360244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12700">
            <a:solidFill>
              <a:srgbClr val="AC5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5"/>
          <p:cNvSpPr txBox="1"/>
          <p:nvPr>
            <p:ph idx="11" type="ftr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55"/>
          <p:cNvSpPr txBox="1"/>
          <p:nvPr>
            <p:ph idx="12" type="sldNum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55"/>
          <p:cNvSpPr txBox="1"/>
          <p:nvPr>
            <p:ph type="title"/>
          </p:nvPr>
        </p:nvSpPr>
        <p:spPr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161E2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5"/>
          <p:cNvSpPr txBox="1"/>
          <p:nvPr>
            <p:ph idx="1" type="body"/>
          </p:nvPr>
        </p:nvSpPr>
        <p:spPr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5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36720" y="6337594"/>
            <a:ext cx="365760" cy="2194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descr="Double headed arrow." id="271" name="Google Shape;271;p21"/>
          <p:cNvCxnSpPr>
            <a:stCxn id="272" idx="3"/>
          </p:cNvCxnSpPr>
          <p:nvPr/>
        </p:nvCxnSpPr>
        <p:spPr>
          <a:xfrm>
            <a:off x="3025390" y="1781172"/>
            <a:ext cx="3840300" cy="39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73" name="Google Shape;273;p21"/>
          <p:cNvSpPr/>
          <p:nvPr/>
        </p:nvSpPr>
        <p:spPr>
          <a:xfrm>
            <a:off x="8021400" y="3341650"/>
            <a:ext cx="381000" cy="381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VPC group border" id="274" name="Google Shape;274;p21"/>
          <p:cNvSpPr/>
          <p:nvPr/>
        </p:nvSpPr>
        <p:spPr>
          <a:xfrm>
            <a:off x="6877050" y="1552575"/>
            <a:ext cx="4482900" cy="39084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VPC 10.0.1.0/24</a:t>
            </a:r>
            <a:endParaRPr sz="1000"/>
          </a:p>
        </p:txBody>
      </p:sp>
      <p:sp>
        <p:nvSpPr>
          <p:cNvPr descr="Group border and label" id="275" name="Google Shape;275;p21"/>
          <p:cNvSpPr/>
          <p:nvPr/>
        </p:nvSpPr>
        <p:spPr>
          <a:xfrm>
            <a:off x="6305550" y="1171575"/>
            <a:ext cx="5288100" cy="45927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descr="AWS logo in group."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5538" y="117157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>
            <p:ph type="title"/>
          </p:nvPr>
        </p:nvSpPr>
        <p:spPr>
          <a:xfrm>
            <a:off x="-120650" y="298450"/>
            <a:ext cx="117093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Tailscale Subnet Router + SSH Node Architecture</a:t>
            </a:r>
            <a:endParaRPr/>
          </a:p>
        </p:txBody>
      </p:sp>
      <p:pic>
        <p:nvPicPr>
          <p:cNvPr descr="VPC group icon." id="278" name="Google Shape;2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7038" y="1562096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subnet group icon." id="279" name="Google Shape;27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9475" y="200978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ublic subnet group border." id="280" name="Google Shape;280;p21"/>
          <p:cNvSpPr/>
          <p:nvPr/>
        </p:nvSpPr>
        <p:spPr>
          <a:xfrm>
            <a:off x="9467850" y="2019300"/>
            <a:ext cx="1716300" cy="32958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000">
                <a:solidFill>
                  <a:schemeClr val="dk1"/>
                </a:solidFill>
              </a:rPr>
              <a:t>rivate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>
                <a:solidFill>
                  <a:schemeClr val="dk1"/>
                </a:solidFill>
              </a:rPr>
              <a:t>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ubnet 10.0.1.16/28</a:t>
            </a:r>
            <a:endParaRPr sz="1000"/>
          </a:p>
        </p:txBody>
      </p:sp>
      <p:pic>
        <p:nvPicPr>
          <p:cNvPr descr="Public subnet group icon." id="281" name="Google Shape;2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8325" y="2009786"/>
            <a:ext cx="381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21"/>
          <p:cNvGrpSpPr/>
          <p:nvPr/>
        </p:nvGrpSpPr>
        <p:grpSpPr>
          <a:xfrm>
            <a:off x="7597950" y="3322288"/>
            <a:ext cx="1234800" cy="703500"/>
            <a:chOff x="6483525" y="3331813"/>
            <a:chExt cx="1234800" cy="703500"/>
          </a:xfrm>
        </p:grpSpPr>
        <p:pic>
          <p:nvPicPr>
            <p:cNvPr descr="NAT gateway resource icon for the Amazon VPC service.&#10;" id="283" name="Google Shape;283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79781" y="3331813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1"/>
            <p:cNvSpPr txBox="1"/>
            <p:nvPr/>
          </p:nvSpPr>
          <p:spPr>
            <a:xfrm>
              <a:off x="6483525" y="3789013"/>
              <a:ext cx="1234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NAT </a:t>
              </a:r>
              <a:r>
                <a:rPr lang="en-US" sz="1000">
                  <a:solidFill>
                    <a:schemeClr val="dk1"/>
                  </a:solidFill>
                </a:rPr>
                <a:t>G</a:t>
              </a: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ateway</a:t>
              </a:r>
              <a:endParaRPr sz="1000"/>
            </a:p>
          </p:txBody>
        </p:sp>
      </p:grpSp>
      <p:cxnSp>
        <p:nvCxnSpPr>
          <p:cNvPr descr="Left arrow." id="285" name="Google Shape;285;p21"/>
          <p:cNvCxnSpPr/>
          <p:nvPr/>
        </p:nvCxnSpPr>
        <p:spPr>
          <a:xfrm>
            <a:off x="7086706" y="3591013"/>
            <a:ext cx="907500" cy="7500"/>
          </a:xfrm>
          <a:prstGeom prst="straightConnector1">
            <a:avLst/>
          </a:prstGeom>
          <a:noFill/>
          <a:ln cap="flat" cmpd="sng" w="19050">
            <a:solidFill>
              <a:srgbClr val="ED7100"/>
            </a:solidFill>
            <a:prstDash val="dot"/>
            <a:miter lim="800000"/>
            <a:headEnd len="med" w="med" type="stealth"/>
            <a:tailEnd len="sm" w="sm" type="none"/>
          </a:ln>
        </p:spPr>
      </p:cxnSp>
      <p:grpSp>
        <p:nvGrpSpPr>
          <p:cNvPr id="286" name="Google Shape;286;p21"/>
          <p:cNvGrpSpPr/>
          <p:nvPr/>
        </p:nvGrpSpPr>
        <p:grpSpPr>
          <a:xfrm>
            <a:off x="9708600" y="2878200"/>
            <a:ext cx="1234800" cy="924075"/>
            <a:chOff x="8923475" y="3341338"/>
            <a:chExt cx="1234800" cy="924075"/>
          </a:xfrm>
        </p:grpSpPr>
        <p:pic>
          <p:nvPicPr>
            <p:cNvPr descr="Amazon Elastic Compute Cloud (Amazon EC2) service icon." id="287" name="Google Shape;287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312275" y="33413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1"/>
            <p:cNvSpPr txBox="1"/>
            <p:nvPr/>
          </p:nvSpPr>
          <p:spPr>
            <a:xfrm>
              <a:off x="8923475" y="3865213"/>
              <a:ext cx="1234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EC2: Tailscale Subnet Router</a:t>
              </a:r>
              <a:endParaRPr sz="1000"/>
            </a:p>
          </p:txBody>
        </p:sp>
      </p:grpSp>
      <p:cxnSp>
        <p:nvCxnSpPr>
          <p:cNvPr descr="Left arrow." id="289" name="Google Shape;289;p21"/>
          <p:cNvCxnSpPr/>
          <p:nvPr/>
        </p:nvCxnSpPr>
        <p:spPr>
          <a:xfrm>
            <a:off x="8429625" y="3581400"/>
            <a:ext cx="1038300" cy="6000"/>
          </a:xfrm>
          <a:prstGeom prst="straightConnector1">
            <a:avLst/>
          </a:prstGeom>
          <a:noFill/>
          <a:ln cap="flat" cmpd="sng" w="19050">
            <a:solidFill>
              <a:srgbClr val="ED7100"/>
            </a:solidFill>
            <a:prstDash val="dot"/>
            <a:miter lim="800000"/>
            <a:headEnd len="med" w="med" type="stealth"/>
            <a:tailEnd len="sm" w="sm" type="none"/>
          </a:ln>
        </p:spPr>
      </p:cxnSp>
      <p:grpSp>
        <p:nvGrpSpPr>
          <p:cNvPr id="290" name="Google Shape;290;p21"/>
          <p:cNvGrpSpPr/>
          <p:nvPr/>
        </p:nvGrpSpPr>
        <p:grpSpPr>
          <a:xfrm>
            <a:off x="9839325" y="4023301"/>
            <a:ext cx="1006500" cy="1073090"/>
            <a:chOff x="10329850" y="3331825"/>
            <a:chExt cx="1006500" cy="1073090"/>
          </a:xfrm>
        </p:grpSpPr>
        <p:pic>
          <p:nvPicPr>
            <p:cNvPr descr="Amazon Elastic Compute Cloud (Amazon EC2) service icon." id="291" name="Google Shape;291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604510" y="33318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1"/>
            <p:cNvSpPr txBox="1"/>
            <p:nvPr/>
          </p:nvSpPr>
          <p:spPr>
            <a:xfrm>
              <a:off x="10329850" y="3850815"/>
              <a:ext cx="1006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EC2: Tailescale </a:t>
              </a:r>
              <a:r>
                <a:rPr lang="en-US" sz="1000">
                  <a:solidFill>
                    <a:schemeClr val="dk1"/>
                  </a:solidFill>
                </a:rPr>
                <a:t>SSH Node</a:t>
              </a:r>
              <a:endParaRPr sz="1000"/>
            </a:p>
          </p:txBody>
        </p:sp>
      </p:grpSp>
      <p:grpSp>
        <p:nvGrpSpPr>
          <p:cNvPr id="293" name="Google Shape;293;p21"/>
          <p:cNvGrpSpPr/>
          <p:nvPr/>
        </p:nvGrpSpPr>
        <p:grpSpPr>
          <a:xfrm>
            <a:off x="6393231" y="3317531"/>
            <a:ext cx="955500" cy="847871"/>
            <a:chOff x="3725725" y="4517654"/>
            <a:chExt cx="955500" cy="847871"/>
          </a:xfrm>
        </p:grpSpPr>
        <p:sp>
          <p:nvSpPr>
            <p:cNvPr id="294" name="Google Shape;294;p21"/>
            <p:cNvSpPr/>
            <p:nvPr/>
          </p:nvSpPr>
          <p:spPr>
            <a:xfrm>
              <a:off x="3993175" y="5012575"/>
              <a:ext cx="420600" cy="323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" name="Google Shape;295;p21"/>
            <p:cNvGrpSpPr/>
            <p:nvPr/>
          </p:nvGrpSpPr>
          <p:grpSpPr>
            <a:xfrm>
              <a:off x="3725725" y="4517654"/>
              <a:ext cx="955500" cy="847871"/>
              <a:chOff x="3725725" y="4517654"/>
              <a:chExt cx="955500" cy="847871"/>
            </a:xfrm>
          </p:grpSpPr>
          <p:sp>
            <p:nvSpPr>
              <p:cNvPr id="296" name="Google Shape;296;p21"/>
              <p:cNvSpPr/>
              <p:nvPr/>
            </p:nvSpPr>
            <p:spPr>
              <a:xfrm>
                <a:off x="3996781" y="4532959"/>
                <a:ext cx="413400" cy="42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21"/>
              <p:cNvGrpSpPr/>
              <p:nvPr/>
            </p:nvGrpSpPr>
            <p:grpSpPr>
              <a:xfrm>
                <a:off x="3725725" y="4517654"/>
                <a:ext cx="955500" cy="847871"/>
                <a:chOff x="4916350" y="3331379"/>
                <a:chExt cx="955500" cy="847871"/>
              </a:xfrm>
            </p:grpSpPr>
            <p:pic>
              <p:nvPicPr>
                <p:cNvPr descr="Internet gateway resource icon for the Amazon VPC service." id="298" name="Google Shape;298;p21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5165512" y="3331379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9" name="Google Shape;299;p21"/>
                <p:cNvSpPr txBox="1"/>
                <p:nvPr/>
              </p:nvSpPr>
              <p:spPr>
                <a:xfrm>
                  <a:off x="4916350" y="3779050"/>
                  <a:ext cx="9555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</a:rPr>
                    <a:t>Internet</a:t>
                  </a: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r>
                    <a:rPr lang="en-US" sz="1000">
                      <a:solidFill>
                        <a:schemeClr val="dk1"/>
                      </a:solidFill>
                    </a:rPr>
                    <a:t>G</a:t>
                  </a: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ateway</a:t>
                  </a:r>
                  <a:endParaRPr sz="1000"/>
                </a:p>
              </p:txBody>
            </p:sp>
          </p:grpSp>
        </p:grpSp>
      </p:grpSp>
      <p:sp>
        <p:nvSpPr>
          <p:cNvPr id="300" name="Google Shape;300;p21"/>
          <p:cNvSpPr/>
          <p:nvPr/>
        </p:nvSpPr>
        <p:spPr>
          <a:xfrm>
            <a:off x="228600" y="6248400"/>
            <a:ext cx="590700" cy="38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5105286" y="3752086"/>
            <a:ext cx="95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Internet</a:t>
            </a:r>
            <a:endParaRPr sz="1000"/>
          </a:p>
        </p:txBody>
      </p:sp>
      <p:cxnSp>
        <p:nvCxnSpPr>
          <p:cNvPr descr="Left arrow." id="302" name="Google Shape;302;p21"/>
          <p:cNvCxnSpPr/>
          <p:nvPr/>
        </p:nvCxnSpPr>
        <p:spPr>
          <a:xfrm>
            <a:off x="5972793" y="3598181"/>
            <a:ext cx="669600" cy="5100"/>
          </a:xfrm>
          <a:prstGeom prst="straightConnector1">
            <a:avLst/>
          </a:prstGeom>
          <a:noFill/>
          <a:ln cap="flat" cmpd="sng" w="19050">
            <a:solidFill>
              <a:srgbClr val="ED7100"/>
            </a:solidFill>
            <a:prstDash val="dot"/>
            <a:miter lim="800000"/>
            <a:headEnd len="med" w="med" type="stealth"/>
            <a:tailEnd len="sm" w="sm" type="none"/>
          </a:ln>
        </p:spPr>
      </p:cxnSp>
      <p:sp>
        <p:nvSpPr>
          <p:cNvPr descr="Public subnet group border." id="303" name="Google Shape;303;p21"/>
          <p:cNvSpPr/>
          <p:nvPr/>
        </p:nvSpPr>
        <p:spPr>
          <a:xfrm>
            <a:off x="7349000" y="2019300"/>
            <a:ext cx="1716300" cy="32958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000">
                <a:solidFill>
                  <a:schemeClr val="dk1"/>
                </a:solidFill>
              </a:rPr>
              <a:t>ublic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>
                <a:solidFill>
                  <a:schemeClr val="dk1"/>
                </a:solidFill>
              </a:rPr>
              <a:t>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ubnet 10.0.1.</a:t>
            </a:r>
            <a:r>
              <a:rPr lang="en-US" sz="1000">
                <a:solidFill>
                  <a:schemeClr val="dk1"/>
                </a:solidFill>
              </a:rPr>
              <a:t>0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/28</a:t>
            </a:r>
            <a:endParaRPr sz="1000"/>
          </a:p>
        </p:txBody>
      </p:sp>
      <p:pic>
        <p:nvPicPr>
          <p:cNvPr id="304" name="Google Shape;304;p21" title="Screenshot 2025-11-26 at 10.56.54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28808" y="1211075"/>
            <a:ext cx="423845" cy="411234"/>
          </a:xfrm>
          <a:prstGeom prst="rect">
            <a:avLst/>
          </a:prstGeom>
          <a:noFill/>
          <a:ln>
            <a:noFill/>
          </a:ln>
        </p:spPr>
      </p:pic>
      <p:sp>
        <p:nvSpPr>
          <p:cNvPr descr="Group border and label" id="305" name="Google Shape;305;p21"/>
          <p:cNvSpPr/>
          <p:nvPr/>
        </p:nvSpPr>
        <p:spPr>
          <a:xfrm>
            <a:off x="1847850" y="1211075"/>
            <a:ext cx="3012600" cy="45927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Tailscale Tailnet</a:t>
            </a:r>
            <a:endParaRPr/>
          </a:p>
        </p:txBody>
      </p:sp>
      <p:grpSp>
        <p:nvGrpSpPr>
          <p:cNvPr id="306" name="Google Shape;306;p21"/>
          <p:cNvGrpSpPr/>
          <p:nvPr/>
        </p:nvGrpSpPr>
        <p:grpSpPr>
          <a:xfrm>
            <a:off x="358956" y="3113216"/>
            <a:ext cx="955500" cy="1006508"/>
            <a:chOff x="688256" y="3009894"/>
            <a:chExt cx="955500" cy="1006508"/>
          </a:xfrm>
        </p:grpSpPr>
        <p:pic>
          <p:nvPicPr>
            <p:cNvPr descr="Client resource icon for the General Icons category." id="307" name="Google Shape;307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37405" y="30098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21"/>
            <p:cNvSpPr txBox="1"/>
            <p:nvPr/>
          </p:nvSpPr>
          <p:spPr>
            <a:xfrm>
              <a:off x="688256" y="3462302"/>
              <a:ext cx="95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MacBook Tailscale Client</a:t>
              </a:r>
              <a:endParaRPr sz="1000"/>
            </a:p>
          </p:txBody>
        </p:sp>
      </p:grpSp>
      <p:grpSp>
        <p:nvGrpSpPr>
          <p:cNvPr id="309" name="Google Shape;309;p21"/>
          <p:cNvGrpSpPr/>
          <p:nvPr/>
        </p:nvGrpSpPr>
        <p:grpSpPr>
          <a:xfrm>
            <a:off x="2319219" y="1552572"/>
            <a:ext cx="955500" cy="1169451"/>
            <a:chOff x="1928969" y="3189007"/>
            <a:chExt cx="955500" cy="1169451"/>
          </a:xfrm>
        </p:grpSpPr>
        <p:pic>
          <p:nvPicPr>
            <p:cNvPr descr="Server resource icon for the General Icons category." id="272" name="Google Shape;272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177940" y="318900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21"/>
            <p:cNvSpPr txBox="1"/>
            <p:nvPr/>
          </p:nvSpPr>
          <p:spPr>
            <a:xfrm>
              <a:off x="1928969" y="3650458"/>
              <a:ext cx="955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EC2: Tailscale Subnet Router</a:t>
              </a:r>
              <a:endParaRPr sz="1000">
                <a:solidFill>
                  <a:schemeClr val="dk1"/>
                </a:solidFill>
              </a:endParaRPr>
            </a:p>
          </p:txBody>
        </p:sp>
      </p:grpSp>
      <p:sp>
        <p:nvSpPr>
          <p:cNvPr id="311" name="Google Shape;311;p21"/>
          <p:cNvSpPr txBox="1"/>
          <p:nvPr/>
        </p:nvSpPr>
        <p:spPr>
          <a:xfrm>
            <a:off x="1886400" y="3361175"/>
            <a:ext cx="2974200" cy="27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Tailnet Breakdown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Devices join using Tailscale auth keys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Encrypted WireGuard mesh between all nodes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Subnet router advertises 10.0.1.0/24 to the Tailnet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SSH node supports Tailscale SSH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 managed by Tailscale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Outbound-only connections. No inbound firewall rules needed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grpSp>
        <p:nvGrpSpPr>
          <p:cNvPr id="312" name="Google Shape;312;p21"/>
          <p:cNvGrpSpPr/>
          <p:nvPr/>
        </p:nvGrpSpPr>
        <p:grpSpPr>
          <a:xfrm>
            <a:off x="3408069" y="1886922"/>
            <a:ext cx="955500" cy="1015551"/>
            <a:chOff x="1928969" y="3189007"/>
            <a:chExt cx="955500" cy="1015551"/>
          </a:xfrm>
        </p:grpSpPr>
        <p:pic>
          <p:nvPicPr>
            <p:cNvPr descr="Server resource icon for the General Icons category." id="313" name="Google Shape;313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177940" y="318900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1"/>
            <p:cNvSpPr txBox="1"/>
            <p:nvPr/>
          </p:nvSpPr>
          <p:spPr>
            <a:xfrm>
              <a:off x="1928969" y="3650458"/>
              <a:ext cx="95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EC2: Tailscale SSH Node</a:t>
              </a:r>
              <a:endParaRPr sz="1000">
                <a:solidFill>
                  <a:schemeClr val="dk1"/>
                </a:solidFill>
              </a:endParaRPr>
            </a:p>
          </p:txBody>
        </p:sp>
      </p:grpSp>
      <p:cxnSp>
        <p:nvCxnSpPr>
          <p:cNvPr descr="Left arrow." id="315" name="Google Shape;315;p21"/>
          <p:cNvCxnSpPr/>
          <p:nvPr/>
        </p:nvCxnSpPr>
        <p:spPr>
          <a:xfrm flipH="1" rot="10800000">
            <a:off x="4884613" y="3612725"/>
            <a:ext cx="436800" cy="7500"/>
          </a:xfrm>
          <a:prstGeom prst="straightConnector1">
            <a:avLst/>
          </a:prstGeom>
          <a:noFill/>
          <a:ln cap="flat" cmpd="sng" w="19050">
            <a:solidFill>
              <a:srgbClr val="ED7100"/>
            </a:solidFill>
            <a:prstDash val="dot"/>
            <a:miter lim="800000"/>
            <a:headEnd len="med" w="med" type="stealth"/>
            <a:tailEnd len="sm" w="sm" type="none"/>
          </a:ln>
        </p:spPr>
      </p:cxnSp>
      <p:sp>
        <p:nvSpPr>
          <p:cNvPr id="316" name="Google Shape;316;p21"/>
          <p:cNvSpPr/>
          <p:nvPr/>
        </p:nvSpPr>
        <p:spPr>
          <a:xfrm>
            <a:off x="5324475" y="3448050"/>
            <a:ext cx="504900" cy="13350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ernet alt1 resource icon for the General Icons category." id="317" name="Google Shape;317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78244" y="3212123"/>
            <a:ext cx="640080" cy="6400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1"/>
          <p:cNvGrpSpPr/>
          <p:nvPr/>
        </p:nvGrpSpPr>
        <p:grpSpPr>
          <a:xfrm>
            <a:off x="1587050" y="5904350"/>
            <a:ext cx="3662624" cy="1069100"/>
            <a:chOff x="8429625" y="5961625"/>
            <a:chExt cx="3662624" cy="1069100"/>
          </a:xfrm>
        </p:grpSpPr>
        <p:sp>
          <p:nvSpPr>
            <p:cNvPr id="319" name="Google Shape;319;p21"/>
            <p:cNvSpPr txBox="1"/>
            <p:nvPr/>
          </p:nvSpPr>
          <p:spPr>
            <a:xfrm>
              <a:off x="9429777" y="5961625"/>
              <a:ext cx="2333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AWS Egress Default Route</a:t>
              </a:r>
              <a:endParaRPr sz="1000"/>
            </a:p>
          </p:txBody>
        </p:sp>
        <p:cxnSp>
          <p:nvCxnSpPr>
            <p:cNvPr descr="Left arrow." id="320" name="Google Shape;320;p21"/>
            <p:cNvCxnSpPr/>
            <p:nvPr/>
          </p:nvCxnSpPr>
          <p:spPr>
            <a:xfrm>
              <a:off x="8571068" y="6082218"/>
              <a:ext cx="669600" cy="5100"/>
            </a:xfrm>
            <a:prstGeom prst="straightConnector1">
              <a:avLst/>
            </a:prstGeom>
            <a:noFill/>
            <a:ln cap="flat" cmpd="sng" w="19050">
              <a:solidFill>
                <a:srgbClr val="ED7100"/>
              </a:solidFill>
              <a:prstDash val="dot"/>
              <a:miter lim="800000"/>
              <a:headEnd len="med" w="med" type="stealth"/>
              <a:tailEnd len="sm" w="sm" type="none"/>
            </a:ln>
          </p:spPr>
        </p:cxnSp>
        <p:cxnSp>
          <p:nvCxnSpPr>
            <p:cNvPr descr="Double headed arrow." id="321" name="Google Shape;321;p21"/>
            <p:cNvCxnSpPr/>
            <p:nvPr/>
          </p:nvCxnSpPr>
          <p:spPr>
            <a:xfrm>
              <a:off x="8429625" y="6405249"/>
              <a:ext cx="952500" cy="24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sp>
          <p:nvSpPr>
            <p:cNvPr id="322" name="Google Shape;322;p21"/>
            <p:cNvSpPr txBox="1"/>
            <p:nvPr/>
          </p:nvSpPr>
          <p:spPr>
            <a:xfrm>
              <a:off x="9429749" y="6276525"/>
              <a:ext cx="2662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</a:rPr>
                <a:t>Tailscale Tailnet: Private encrypted mesh network.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marR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</a:endParaRPr>
            </a:p>
          </p:txBody>
        </p:sp>
      </p:grpSp>
      <p:cxnSp>
        <p:nvCxnSpPr>
          <p:cNvPr descr="Double headed arrow." id="323" name="Google Shape;323;p21"/>
          <p:cNvCxnSpPr>
            <a:stCxn id="307" idx="3"/>
            <a:endCxn id="272" idx="1"/>
          </p:cNvCxnSpPr>
          <p:nvPr/>
        </p:nvCxnSpPr>
        <p:spPr>
          <a:xfrm flipH="1" rot="10800000">
            <a:off x="1065305" y="1781216"/>
            <a:ext cx="1503000" cy="1560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24" name="Google Shape;324;p21"/>
          <p:cNvSpPr txBox="1"/>
          <p:nvPr/>
        </p:nvSpPr>
        <p:spPr>
          <a:xfrm>
            <a:off x="4825425" y="1379225"/>
            <a:ext cx="15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Advertises VPC CIDR 10.0.1.0/24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1762125" y="1895475"/>
            <a:ext cx="1242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 rot="-2700000">
            <a:off x="761395" y="2213708"/>
            <a:ext cx="1503168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Tailscale (WireGuard encrypted tunnel)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ght-Background-Master">
  <a:themeElements>
    <a:clrScheme name="Architecture Icons Light Background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ED7100"/>
      </a:accent1>
      <a:accent2>
        <a:srgbClr val="037F0C"/>
      </a:accent2>
      <a:accent3>
        <a:srgbClr val="D91515"/>
      </a:accent3>
      <a:accent4>
        <a:srgbClr val="F2F3F3"/>
      </a:accent4>
      <a:accent5>
        <a:srgbClr val="D5DBDB"/>
      </a:accent5>
      <a:accent6>
        <a:srgbClr val="0971D3"/>
      </a:accent6>
      <a:hlink>
        <a:srgbClr val="0971D3"/>
      </a:hlink>
      <a:folHlink>
        <a:srgbClr val="0971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2020-03-23T21:46:17Z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2025-05-31T04:12:29Z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1811323a-fa7c-41d7-8cba-55d16847bbe1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